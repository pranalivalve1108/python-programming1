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Simple &amp; Beginner-Friendly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is a high-level, easy-to-learn programming language.</a:t>
            </a:r>
          </a:p>
          <a:p>
            <a:r>
              <a:t>- Used for web development, data science, AI, automation, and more.</a:t>
            </a:r>
          </a:p>
          <a:p>
            <a:r>
              <a:t>- Simple syntax makes it great for beginners.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Beginner-friendly</a:t>
            </a:r>
          </a:p>
          <a:p>
            <a:r>
              <a:t>- Large community support</a:t>
            </a:r>
          </a:p>
          <a:p>
            <a:r>
              <a:t>- Supports multiple programming styles</a:t>
            </a:r>
          </a:p>
          <a:p>
            <a:r>
              <a:t>- Widely used in the IT industry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Easy to read and write</a:t>
            </a:r>
          </a:p>
          <a:p>
            <a:r>
              <a:t>- Interpreted language</a:t>
            </a:r>
          </a:p>
          <a:p>
            <a:r>
              <a:t>- Platform-independent</a:t>
            </a:r>
          </a:p>
          <a:p>
            <a:r>
              <a:t>- Huge collection of libraries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Python is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 development (Django, Flask)</a:t>
            </a:r>
          </a:p>
          <a:p>
            <a:r>
              <a:t>- Data analysis &amp; visualization</a:t>
            </a:r>
          </a:p>
          <a:p>
            <a:r>
              <a:t>- Machine learning &amp; AI</a:t>
            </a:r>
          </a:p>
          <a:p>
            <a:r>
              <a:t>- Automation &amp; scripting</a:t>
            </a:r>
          </a:p>
          <a:p>
            <a:r>
              <a:t>- Game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First Python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Hello World program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8779B-A33E-2AB7-0EBB-1D9071794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4980"/>
            <a:ext cx="8158900" cy="3610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Introduction to Python</vt:lpstr>
      <vt:lpstr>What is Python?</vt:lpstr>
      <vt:lpstr>Why Learn Python?</vt:lpstr>
      <vt:lpstr>Features of Python</vt:lpstr>
      <vt:lpstr>Where Python is Used?</vt:lpstr>
      <vt:lpstr>First Python Program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Pranali Valve</cp:lastModifiedBy>
  <cp:revision>2</cp:revision>
  <dcterms:created xsi:type="dcterms:W3CDTF">2013-01-27T09:14:16Z</dcterms:created>
  <dcterms:modified xsi:type="dcterms:W3CDTF">2025-11-25T18:43:52Z</dcterms:modified>
  <cp:category/>
</cp:coreProperties>
</file>