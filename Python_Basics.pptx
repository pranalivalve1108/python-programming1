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Python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Variables • Data Types • I/O • Operators • Conditions •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Containers to store data</a:t>
            </a:r>
          </a:p>
          <a:p>
            <a:r>
              <a:rPr dirty="0"/>
              <a:t>• No need to declare type</a:t>
            </a:r>
          </a:p>
          <a:p>
            <a:pPr marL="0" indent="0" algn="ctr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A6C47-C2E4-E488-B29F-CF8E57E26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5" y="3428999"/>
            <a:ext cx="7607431" cy="2697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 – Integer numbers</a:t>
            </a:r>
          </a:p>
          <a:p>
            <a:r>
              <a:t>• float – Decimal numbers</a:t>
            </a:r>
          </a:p>
          <a:p>
            <a:r>
              <a:t>• string – Text values</a:t>
            </a:r>
          </a:p>
          <a:p>
            <a:r>
              <a:t>• list – Ordered, mutable</a:t>
            </a:r>
          </a:p>
          <a:p>
            <a:r>
              <a:t>• tuple – Ordered, immutable</a:t>
            </a:r>
          </a:p>
          <a:p>
            <a:r>
              <a:t>• dict – Key-value pairs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input() – Takes user input</a:t>
            </a:r>
          </a:p>
          <a:p>
            <a:r>
              <a:rPr dirty="0"/>
              <a:t>• print() – Displays output</a:t>
            </a:r>
          </a:p>
          <a:p>
            <a:pPr marL="0" indent="0" algn="ctr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E9A58-39C2-0F87-F526-C137FB19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2" y="2931735"/>
            <a:ext cx="8102338" cy="3194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Arithmetic: +, -, *, /, %, **, //</a:t>
            </a:r>
          </a:p>
          <a:p>
            <a:r>
              <a:t>• Comparison: ==, !=, &gt;, &lt;, &gt;=, &lt;=</a:t>
            </a:r>
          </a:p>
          <a:p>
            <a:r>
              <a:t>• Logical: and, or, not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F82ECF-74C2-D54A-1735-655C66102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decisions in your program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21630E-9A32-0919-DABB-B69CB15BE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0" y="2318994"/>
            <a:ext cx="8682087" cy="4037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Loops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for loop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800" dirty="0"/>
              <a:t>It is used to repeat a block of code a specific number of times </a:t>
            </a:r>
            <a:endParaRPr sz="2800" dirty="0"/>
          </a:p>
          <a:p>
            <a:pPr marL="0" indent="0">
              <a:buNone/>
            </a:pPr>
            <a:r>
              <a:rPr dirty="0"/>
              <a:t>• while loop</a:t>
            </a:r>
            <a:endParaRPr lang="en-US" dirty="0"/>
          </a:p>
          <a:p>
            <a:pPr marL="0" indent="0">
              <a:buNone/>
            </a:pPr>
            <a:r>
              <a:rPr lang="en-IN" sz="2800" dirty="0"/>
              <a:t>It repeats a block of code as long as a condition is True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78D39-B162-7AFE-CAEE-878767AC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3" y="352399"/>
            <a:ext cx="8606672" cy="615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9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154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Python Basics</vt:lpstr>
      <vt:lpstr>Python Variables</vt:lpstr>
      <vt:lpstr>Python Data Types</vt:lpstr>
      <vt:lpstr>Input &amp; Output</vt:lpstr>
      <vt:lpstr>Operators in Python</vt:lpstr>
      <vt:lpstr>Conditional Statements</vt:lpstr>
      <vt:lpstr>Loops in Python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Pranali Valve</cp:lastModifiedBy>
  <cp:revision>4</cp:revision>
  <dcterms:created xsi:type="dcterms:W3CDTF">2013-01-27T09:14:16Z</dcterms:created>
  <dcterms:modified xsi:type="dcterms:W3CDTF">2025-11-30T11:12:58Z</dcterms:modified>
  <cp:category/>
</cp:coreProperties>
</file>