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13A2-B400-4D95-8493-942DD1B96223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6F761-4116-4310-BF4E-A99320B83E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55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6F761-4116-4310-BF4E-A99320B83EF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216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6F761-4116-4310-BF4E-A99320B83EF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192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8FECC-9581-A686-09EE-EC93E6934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765" y="1300785"/>
            <a:ext cx="9502219" cy="2509213"/>
          </a:xfrm>
        </p:spPr>
        <p:txBody>
          <a:bodyPr>
            <a:normAutofit/>
          </a:bodyPr>
          <a:lstStyle/>
          <a:p>
            <a:r>
              <a:rPr lang="en-IN" sz="6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6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Library</a:t>
            </a: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341721-A062-E8C2-9B0B-EF77E8A05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95488" y="5212080"/>
            <a:ext cx="160256" cy="66930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4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60153-D763-EBFA-6D2D-526F103C8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library overview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7A417-C74A-6835-2ADE-4A1DC5978B0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38605" y="2007909"/>
            <a:ext cx="9078013" cy="405352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is a powerful Python library used for data analysis, data manipulation, and data cleaning.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you work with structured data like tables, spreadsheets, CSV files, and databases.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is built on top of NumPy, making it fast and efficient.</a:t>
            </a:r>
          </a:p>
          <a:p>
            <a:pPr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Pandas?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handling of missing data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Powerful data filtering &amp; transformation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aggregation and grouping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with CSV, Excel, SQL, JSON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Data Science &amp; Analytics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47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49F19-15DE-A450-1E6F-115B24C86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7963"/>
            <a:ext cx="10364451" cy="1376313"/>
          </a:xfrm>
        </p:spPr>
        <p:txBody>
          <a:bodyPr>
            <a:normAutofit/>
          </a:bodyPr>
          <a:lstStyle/>
          <a:p>
            <a:r>
              <a:rPr lang="en-IN" sz="4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 &amp; </a:t>
            </a:r>
            <a:r>
              <a:rPr lang="en-IN" sz="4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IN" sz="44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7B09A-2157-7564-13CB-BE4AAB5555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649692"/>
            <a:ext cx="5106026" cy="4141508"/>
          </a:xfrm>
        </p:spPr>
        <p:txBody>
          <a:bodyPr/>
          <a:lstStyle/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(1-Dimensional)</a:t>
            </a:r>
          </a:p>
          <a:p>
            <a:pPr marL="0" indent="0">
              <a:buNone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labeled array similar to a column in excel.</a:t>
            </a:r>
          </a:p>
          <a:p>
            <a:pPr marL="0" indent="0">
              <a:buNone/>
            </a:pPr>
            <a:endParaRPr lang="en-IN" sz="1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F3F8B-CE07-8EC4-8826-5BBB6503581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2200" y="1649692"/>
            <a:ext cx="5105400" cy="4141508"/>
          </a:xfrm>
        </p:spPr>
        <p:txBody>
          <a:bodyPr/>
          <a:lstStyle/>
          <a:p>
            <a:r>
              <a:rPr lang="en-IN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(2-Dimensional)</a:t>
            </a:r>
          </a:p>
          <a:p>
            <a:pPr marL="0" indent="0">
              <a:buNone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table with rows and columns.</a:t>
            </a:r>
            <a:endParaRPr lang="en-IN" sz="1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49087D-AD7B-638D-2B18-44F33FAA3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92" y="2617529"/>
            <a:ext cx="4970132" cy="39718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E81CAC-1859-C3E6-3705-182DE33DF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294" y="2617528"/>
            <a:ext cx="4473409" cy="397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562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0DC3E-BAD6-405B-67F1-FC50DCF2D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1385739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Data from CSV and Excel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95AA0-EEB5-D98B-AC5F-D02F00746A6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6367" y="1385740"/>
            <a:ext cx="5303433" cy="547225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9CB8E-47F2-6579-3024-68DA8B4094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2200" y="1385740"/>
            <a:ext cx="5303432" cy="521302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0C7BA2-46DF-E4E0-7201-BAEF0674A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02" y="1826412"/>
            <a:ext cx="5744398" cy="50315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439DA3-DDE2-0775-08D8-FC37175D8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58" y="1826412"/>
            <a:ext cx="5600639" cy="503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37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07BEE-6FE2-B49D-73FA-5D7A87AE2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1282044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Data from SQL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59A7B-70D3-5741-8E96-8AD434E75A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649692"/>
            <a:ext cx="10363826" cy="414150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3E6D46-49A5-9404-CA90-D5FFDADDB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459" y="1066801"/>
            <a:ext cx="9087439" cy="552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60936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3039</TotalTime>
  <Words>137</Words>
  <Application>Microsoft Office PowerPoint</Application>
  <PresentationFormat>Widescreen</PresentationFormat>
  <Paragraphs>22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Times New Roman</vt:lpstr>
      <vt:lpstr>Tw Cen MT</vt:lpstr>
      <vt:lpstr>Wingdings</vt:lpstr>
      <vt:lpstr>Droplet</vt:lpstr>
      <vt:lpstr>Pandas  (Data Analysis Library)</vt:lpstr>
      <vt:lpstr>Pandas library overview</vt:lpstr>
      <vt:lpstr>Series &amp; DataFrame</vt:lpstr>
      <vt:lpstr>Reading Data from CSV and Excel</vt:lpstr>
      <vt:lpstr>Reading Data from SQL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Pranali Valve</dc:creator>
  <cp:lastModifiedBy>Pranali Valve</cp:lastModifiedBy>
  <cp:revision>1</cp:revision>
  <dcterms:created xsi:type="dcterms:W3CDTF">2025-12-13T03:35:23Z</dcterms:created>
  <dcterms:modified xsi:type="dcterms:W3CDTF">2025-12-15T06:15:15Z</dcterms:modified>
</cp:coreProperties>
</file>