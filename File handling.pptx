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84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81" d="100"/>
          <a:sy n="81" d="100"/>
        </p:scale>
        <p:origin x="754" y="5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microsoft.com/office/2007/relationships/hdphoto" Target="../media/hdphoto1.wdp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microsoft.com/office/2007/relationships/hdphoto" Target="../media/hdphoto1.wdp"/><Relationship Id="rId4" Type="http://schemas.openxmlformats.org/officeDocument/2006/relationships/image" Target="../media/image3.png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microsoft.com/office/2007/relationships/hdphoto" Target="../media/hdphoto1.wdp"/><Relationship Id="rId4" Type="http://schemas.openxmlformats.org/officeDocument/2006/relationships/image" Target="../media/image2.png"/></Relationships>
</file>

<file path=ppt/slideLayouts/_rels/slideLayout9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microsoft.com/office/2007/relationships/hdphoto" Target="../media/hdphoto1.wdp"/><Relationship Id="rId4" Type="http://schemas.openxmlformats.org/officeDocument/2006/relationships/image" Target="../media/image2.png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920834" y="1346946"/>
            <a:ext cx="10222992" cy="80683"/>
          </a:xfrm>
          <a:prstGeom prst="rect">
            <a:avLst/>
          </a:prstGeom>
          <a:blipFill dpi="0" rotWithShape="1">
            <a:blip r:embed="rId2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6200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8" name="Rectangle 7"/>
          <p:cNvSpPr/>
          <p:nvPr/>
        </p:nvSpPr>
        <p:spPr>
          <a:xfrm>
            <a:off x="920834" y="4299696"/>
            <a:ext cx="10222992" cy="80683"/>
          </a:xfrm>
          <a:prstGeom prst="rect">
            <a:avLst/>
          </a:prstGeom>
          <a:blipFill dpi="0" rotWithShape="1">
            <a:blip r:embed="rId2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175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9" name="Rectangle 8"/>
          <p:cNvSpPr/>
          <p:nvPr/>
        </p:nvSpPr>
        <p:spPr>
          <a:xfrm>
            <a:off x="920834" y="1484779"/>
            <a:ext cx="10222992" cy="2743200"/>
          </a:xfrm>
          <a:prstGeom prst="rect">
            <a:avLst/>
          </a:prstGeom>
          <a:blipFill dpi="0" rotWithShape="1">
            <a:blip r:embed="rId2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grpSp>
        <p:nvGrpSpPr>
          <p:cNvPr id="10" name="Group 9"/>
          <p:cNvGrpSpPr/>
          <p:nvPr/>
        </p:nvGrpSpPr>
        <p:grpSpPr>
          <a:xfrm>
            <a:off x="9649215" y="4068923"/>
            <a:ext cx="1080904" cy="1080902"/>
            <a:chOff x="9685338" y="4460675"/>
            <a:chExt cx="1080904" cy="1080902"/>
          </a:xfrm>
        </p:grpSpPr>
        <p:sp>
          <p:nvSpPr>
            <p:cNvPr id="11" name="Oval 10"/>
            <p:cNvSpPr/>
            <p:nvPr/>
          </p:nvSpPr>
          <p:spPr>
            <a:xfrm>
              <a:off x="9685338" y="4460675"/>
              <a:ext cx="1080904" cy="1080902"/>
            </a:xfrm>
            <a:prstGeom prst="ellipse">
              <a:avLst/>
            </a:prstGeom>
            <a:blipFill dpi="0" rotWithShape="1">
              <a:blip r:embed="rId4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saturation sat="95000"/>
                        </a14:imgEffect>
                      </a14:imgLayer>
                    </a14:imgProps>
                  </a:ext>
                </a:extLst>
              </a:blip>
              <a:srcRect/>
              <a:tile tx="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  <p:txBody>
            <a:bodyPr/>
            <a:lstStyle/>
            <a:p>
              <a:endParaRPr lang="en-IN"/>
            </a:p>
          </p:txBody>
        </p:sp>
        <p:sp>
          <p:nvSpPr>
            <p:cNvPr id="12" name="Oval 11"/>
            <p:cNvSpPr/>
            <p:nvPr/>
          </p:nvSpPr>
          <p:spPr>
            <a:xfrm>
              <a:off x="9793429" y="4568765"/>
              <a:ext cx="864723" cy="864722"/>
            </a:xfrm>
            <a:prstGeom prst="ellipse">
              <a:avLst/>
            </a:prstGeom>
            <a:noFill/>
            <a:ln w="25400" cap="flat" cmpd="sng" algn="ctr">
              <a:solidFill>
                <a:sysClr val="window" lastClr="FFFFFF"/>
              </a:solidFill>
              <a:prstDash val="solid"/>
            </a:ln>
            <a:effectLst/>
          </p:spPr>
          <p:txBody>
            <a:bodyPr/>
            <a:lstStyle/>
            <a:p>
              <a:endParaRPr lang="en-IN"/>
            </a:p>
          </p:txBody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51560" y="1432223"/>
            <a:ext cx="9966960" cy="3035808"/>
          </a:xfrm>
        </p:spPr>
        <p:txBody>
          <a:bodyPr anchor="ctr">
            <a:noAutofit/>
          </a:bodyPr>
          <a:lstStyle>
            <a:lvl1pPr algn="l">
              <a:lnSpc>
                <a:spcPct val="80000"/>
              </a:lnSpc>
              <a:defRPr sz="9600" cap="all" baseline="0">
                <a:blipFill dpi="0" rotWithShape="1">
                  <a:blip r:embed="rId4"/>
                  <a:srcRect/>
                  <a:tile tx="6350" ty="-127000" sx="65000" sy="64000" flip="none" algn="tl"/>
                </a:blip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069848" y="4389120"/>
            <a:ext cx="7891272" cy="1069848"/>
          </a:xfrm>
        </p:spPr>
        <p:txBody>
          <a:bodyPr>
            <a:normAutofit/>
          </a:bodyPr>
          <a:lstStyle>
            <a:lvl1pPr marL="0" indent="0" algn="l">
              <a:buNone/>
              <a:defRPr sz="2200">
                <a:solidFill>
                  <a:schemeClr val="tx1"/>
                </a:solidFill>
              </a:defRPr>
            </a:lvl1pPr>
            <a:lvl2pPr marL="457200" indent="0" algn="ctr">
              <a:buNone/>
              <a:defRPr sz="2200"/>
            </a:lvl2pPr>
            <a:lvl3pPr marL="914400" indent="0" algn="ctr">
              <a:buNone/>
              <a:defRPr sz="22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284890-85D2-4D7B-8EF5-15A9C1DB8F42}" type="datetimeFigureOut">
              <a:rPr lang="en-US" dirty="0"/>
              <a:t>12/11/2025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592733" y="4289334"/>
            <a:ext cx="1193868" cy="640080"/>
          </a:xfrm>
        </p:spPr>
        <p:txBody>
          <a:bodyPr/>
          <a:lstStyle>
            <a:lvl1pPr>
              <a:defRPr sz="2800"/>
            </a:lvl1pPr>
          </a:lstStyle>
          <a:p>
            <a:fld id="{4FAB73BC-B049-4115-A692-8D63A059BFB8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F5661D-6934-4B32-B92C-470368BF1EC6}" type="datetimeFigureOut">
              <a:rPr lang="en-US" dirty="0"/>
              <a:t>12/11/2025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4917989"/>
            <a:ext cx="12192000" cy="1940010"/>
          </a:xfrm>
          <a:prstGeom prst="rect">
            <a:avLst/>
          </a:prstGeom>
          <a:blipFill dpi="0" rotWithShape="1">
            <a:blip r:embed="rId2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167128" y="1225296"/>
            <a:ext cx="9281160" cy="3520440"/>
          </a:xfrm>
        </p:spPr>
        <p:txBody>
          <a:bodyPr anchor="ctr">
            <a:normAutofit/>
          </a:bodyPr>
          <a:lstStyle>
            <a:lvl1pPr>
              <a:lnSpc>
                <a:spcPct val="80000"/>
              </a:lnSpc>
              <a:defRPr sz="80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165774" y="5020056"/>
            <a:ext cx="9052560" cy="1066800"/>
          </a:xfrm>
        </p:spPr>
        <p:txBody>
          <a:bodyPr anchor="t">
            <a:norm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593667" y="6272784"/>
            <a:ext cx="2644309" cy="365125"/>
          </a:xfrm>
        </p:spPr>
        <p:txBody>
          <a:bodyPr/>
          <a:lstStyle/>
          <a:p>
            <a:fld id="{C6F822A4-8DA6-4447-9B1F-C5DB58435268}" type="datetimeFigureOut">
              <a:rPr lang="en-US" dirty="0"/>
              <a:t>12/11/2025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182708" y="6272784"/>
            <a:ext cx="6327648" cy="365125"/>
          </a:xfrm>
        </p:spPr>
        <p:txBody>
          <a:bodyPr/>
          <a:lstStyle/>
          <a:p>
            <a:endParaRPr lang="en-US" dirty="0"/>
          </a:p>
        </p:txBody>
      </p:sp>
      <p:grpSp>
        <p:nvGrpSpPr>
          <p:cNvPr id="8" name="Group 7"/>
          <p:cNvGrpSpPr/>
          <p:nvPr/>
        </p:nvGrpSpPr>
        <p:grpSpPr>
          <a:xfrm>
            <a:off x="897399" y="2325848"/>
            <a:ext cx="1080904" cy="1080902"/>
            <a:chOff x="9685338" y="4460675"/>
            <a:chExt cx="1080904" cy="1080902"/>
          </a:xfrm>
        </p:grpSpPr>
        <p:sp>
          <p:nvSpPr>
            <p:cNvPr id="9" name="Oval 8"/>
            <p:cNvSpPr/>
            <p:nvPr/>
          </p:nvSpPr>
          <p:spPr>
            <a:xfrm>
              <a:off x="9685338" y="4460675"/>
              <a:ext cx="1080904" cy="1080902"/>
            </a:xfrm>
            <a:prstGeom prst="ellipse">
              <a:avLst/>
            </a:prstGeom>
            <a:blipFill dpi="0" rotWithShape="1">
              <a:blip r:embed="rId4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saturation sat="95000"/>
                        </a14:imgEffect>
                      </a14:imgLayer>
                    </a14:imgProps>
                  </a:ext>
                </a:extLst>
              </a:blip>
              <a:srcRect/>
              <a:tile tx="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  <p:txBody>
            <a:bodyPr/>
            <a:lstStyle/>
            <a:p>
              <a:endParaRPr lang="en-IN"/>
            </a:p>
          </p:txBody>
        </p:sp>
        <p:sp>
          <p:nvSpPr>
            <p:cNvPr id="10" name="Oval 9"/>
            <p:cNvSpPr/>
            <p:nvPr/>
          </p:nvSpPr>
          <p:spPr>
            <a:xfrm>
              <a:off x="9793429" y="4568765"/>
              <a:ext cx="864723" cy="864722"/>
            </a:xfrm>
            <a:prstGeom prst="ellipse">
              <a:avLst/>
            </a:prstGeom>
            <a:noFill/>
            <a:ln w="25400" cap="flat" cmpd="sng" algn="ctr">
              <a:solidFill>
                <a:sysClr val="window" lastClr="FFFFFF"/>
              </a:solidFill>
              <a:prstDash val="solid"/>
            </a:ln>
            <a:effectLst/>
          </p:spPr>
          <p:txBody>
            <a:bodyPr/>
            <a:lstStyle/>
            <a:p>
              <a:endParaRPr lang="en-IN"/>
            </a:p>
          </p:txBody>
        </p:sp>
      </p:grp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43702" y="2506133"/>
            <a:ext cx="1188298" cy="720332"/>
          </a:xfrm>
        </p:spPr>
        <p:txBody>
          <a:bodyPr/>
          <a:lstStyle>
            <a:lvl1pPr>
              <a:defRPr sz="2800"/>
            </a:lvl1pPr>
          </a:lstStyle>
          <a:p>
            <a:fld id="{4FAB73BC-B049-4115-A692-8D63A059BFB8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69848" y="2194560"/>
            <a:ext cx="4754880" cy="39776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364224" y="2194560"/>
            <a:ext cx="4754880" cy="39776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48D31E-DCDA-41A7-9C67-C4B11B94D21D}" type="datetimeFigureOut">
              <a:rPr lang="en-US" dirty="0"/>
              <a:t>12/11/2025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66800" y="2048256"/>
            <a:ext cx="4754880" cy="640080"/>
          </a:xfrm>
        </p:spPr>
        <p:txBody>
          <a:bodyPr anchor="ctr">
            <a:normAutofit/>
          </a:bodyPr>
          <a:lstStyle>
            <a:lvl1pPr marL="0" indent="0">
              <a:buNone/>
              <a:defRPr sz="2000" b="1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69848" y="2743200"/>
            <a:ext cx="4754880" cy="32918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364224" y="2048256"/>
            <a:ext cx="4754880" cy="640080"/>
          </a:xfrm>
        </p:spPr>
        <p:txBody>
          <a:bodyPr anchor="ctr">
            <a:normAutofit/>
          </a:bodyPr>
          <a:lstStyle>
            <a:lvl1pPr marL="0" indent="0">
              <a:buNone/>
              <a:defRPr sz="2000" b="1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364224" y="2743200"/>
            <a:ext cx="4754880" cy="32918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3762C0-B258-48F1-ADE6-176B4174CCDD}" type="datetimeFigureOut">
              <a:rPr lang="en-US" dirty="0"/>
              <a:t>12/11/2025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7919A6-33EB-49BD-A62F-1FA56B9F9712}" type="datetimeFigureOut">
              <a:rPr lang="en-US" dirty="0"/>
              <a:t>12/11/2025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4E7D1B-D673-4CF6-8672-009D42ABD2A0}" type="datetimeFigureOut">
              <a:rPr lang="en-US" dirty="0"/>
              <a:t>12/11/2025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8303740" y="0"/>
            <a:ext cx="3888259" cy="6857999"/>
          </a:xfrm>
          <a:prstGeom prst="rect">
            <a:avLst/>
          </a:prstGeom>
          <a:blipFill dpi="0" rotWithShape="1">
            <a:blip r:embed="rId2">
              <a:alphaModFix amt="60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49640" y="685800"/>
            <a:ext cx="3200400" cy="1737360"/>
          </a:xfrm>
        </p:spPr>
        <p:txBody>
          <a:bodyPr anchor="b">
            <a:normAutofit/>
          </a:bodyPr>
          <a:lstStyle>
            <a:lvl1pPr>
              <a:defRPr sz="3200" b="1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685800"/>
            <a:ext cx="6711696" cy="5020056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549640" y="2423160"/>
            <a:ext cx="3200400" cy="329184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1000"/>
              </a:spcBef>
              <a:buNone/>
              <a:defRPr sz="1400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16AA21-1863-4931-97CB-99D0A168701B}" type="datetimeFigureOut">
              <a:rPr lang="en-US" dirty="0"/>
              <a:t>12/11/2025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grpSp>
        <p:nvGrpSpPr>
          <p:cNvPr id="9" name="Group 8"/>
          <p:cNvGrpSpPr>
            <a:grpSpLocks noChangeAspect="1"/>
          </p:cNvGrpSpPr>
          <p:nvPr/>
        </p:nvGrpSpPr>
        <p:grpSpPr>
          <a:xfrm>
            <a:off x="11401725" y="6229681"/>
            <a:ext cx="457200" cy="457200"/>
            <a:chOff x="11361456" y="6195813"/>
            <a:chExt cx="548640" cy="548640"/>
          </a:xfrm>
        </p:grpSpPr>
        <p:sp>
          <p:nvSpPr>
            <p:cNvPr id="10" name="Oval 9"/>
            <p:cNvSpPr/>
            <p:nvPr/>
          </p:nvSpPr>
          <p:spPr>
            <a:xfrm>
              <a:off x="11361456" y="6195813"/>
              <a:ext cx="548640" cy="548640"/>
            </a:xfrm>
            <a:prstGeom prst="ellipse">
              <a:avLst/>
            </a:prstGeom>
            <a:blipFill dpi="0" rotWithShape="1">
              <a:blip r:embed="rId4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saturation sat="95000"/>
                        </a14:imgEffect>
                        <a14:imgEffect>
                          <a14:brightnessContrast bright="-40000" contrast="20000"/>
                        </a14:imgEffect>
                      </a14:imgLayer>
                    </a14:imgProps>
                  </a:ext>
                </a:extLst>
              </a:blip>
              <a:srcRect/>
              <a:tile tx="5080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  <p:txBody>
            <a:bodyPr/>
            <a:lstStyle/>
            <a:p>
              <a:endParaRPr lang="en-IN"/>
            </a:p>
          </p:txBody>
        </p:sp>
        <p:sp>
          <p:nvSpPr>
            <p:cNvPr id="11" name="Oval 10"/>
            <p:cNvSpPr/>
            <p:nvPr/>
          </p:nvSpPr>
          <p:spPr>
            <a:xfrm>
              <a:off x="11396488" y="6230844"/>
              <a:ext cx="478576" cy="478578"/>
            </a:xfrm>
            <a:prstGeom prst="ellipse">
              <a:avLst/>
            </a:prstGeom>
            <a:noFill/>
            <a:ln w="12700" cap="flat" cmpd="sng" algn="ctr">
              <a:solidFill>
                <a:sysClr val="window" lastClr="FFFFFF"/>
              </a:solidFill>
              <a:prstDash val="solid"/>
            </a:ln>
            <a:effectLst/>
          </p:spPr>
          <p:txBody>
            <a:bodyPr/>
            <a:lstStyle/>
            <a:p>
              <a:endParaRPr lang="en-IN"/>
            </a:p>
          </p:txBody>
        </p:sp>
      </p:grp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/>
          <p:cNvSpPr/>
          <p:nvPr/>
        </p:nvSpPr>
        <p:spPr>
          <a:xfrm>
            <a:off x="8303740" y="0"/>
            <a:ext cx="3888259" cy="6857999"/>
          </a:xfrm>
          <a:prstGeom prst="rect">
            <a:avLst/>
          </a:prstGeom>
          <a:blipFill dpi="0" rotWithShape="1">
            <a:blip r:embed="rId2">
              <a:alphaModFix amt="60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49640" y="685800"/>
            <a:ext cx="3200400" cy="1737360"/>
          </a:xfrm>
        </p:spPr>
        <p:txBody>
          <a:bodyPr anchor="b">
            <a:normAutofit/>
          </a:bodyPr>
          <a:lstStyle>
            <a:lvl1pPr>
              <a:defRPr sz="3200" b="1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0" y="0"/>
            <a:ext cx="8303740" cy="6858000"/>
          </a:xfrm>
          <a:solidFill>
            <a:schemeClr val="tx2">
              <a:lumMod val="20000"/>
              <a:lumOff val="80000"/>
            </a:schemeClr>
          </a:solidFill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549640" y="2423160"/>
            <a:ext cx="3200400" cy="329184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1000"/>
              </a:spcBef>
              <a:buNone/>
              <a:defRPr sz="1400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72C379-9A7C-4C87-A116-CBE9F58B04C5}" type="datetimeFigureOut">
              <a:rPr lang="en-US" dirty="0"/>
              <a:t>12/11/2025</a:t>
            </a:fld>
            <a:endParaRPr lang="en-US" dirty="0"/>
          </a:p>
        </p:txBody>
      </p:sp>
      <p:grpSp>
        <p:nvGrpSpPr>
          <p:cNvPr id="8" name="Group 7"/>
          <p:cNvGrpSpPr>
            <a:grpSpLocks noChangeAspect="1"/>
          </p:cNvGrpSpPr>
          <p:nvPr/>
        </p:nvGrpSpPr>
        <p:grpSpPr>
          <a:xfrm>
            <a:off x="11401725" y="6229681"/>
            <a:ext cx="457200" cy="457200"/>
            <a:chOff x="11361456" y="6195813"/>
            <a:chExt cx="548640" cy="548640"/>
          </a:xfrm>
        </p:grpSpPr>
        <p:sp>
          <p:nvSpPr>
            <p:cNvPr id="9" name="Oval 8"/>
            <p:cNvSpPr/>
            <p:nvPr/>
          </p:nvSpPr>
          <p:spPr>
            <a:xfrm>
              <a:off x="11361456" y="6195813"/>
              <a:ext cx="548640" cy="548640"/>
            </a:xfrm>
            <a:prstGeom prst="ellipse">
              <a:avLst/>
            </a:prstGeom>
            <a:blipFill dpi="0" rotWithShape="1">
              <a:blip r:embed="rId4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saturation sat="95000"/>
                        </a14:imgEffect>
                        <a14:imgEffect>
                          <a14:brightnessContrast bright="-40000" contrast="20000"/>
                        </a14:imgEffect>
                      </a14:imgLayer>
                    </a14:imgProps>
                  </a:ext>
                </a:extLst>
              </a:blip>
              <a:srcRect/>
              <a:tile tx="5080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  <p:txBody>
            <a:bodyPr/>
            <a:lstStyle/>
            <a:p>
              <a:endParaRPr lang="en-IN"/>
            </a:p>
          </p:txBody>
        </p:sp>
        <p:sp>
          <p:nvSpPr>
            <p:cNvPr id="10" name="Oval 9"/>
            <p:cNvSpPr/>
            <p:nvPr/>
          </p:nvSpPr>
          <p:spPr>
            <a:xfrm>
              <a:off x="11396488" y="6230844"/>
              <a:ext cx="478576" cy="478578"/>
            </a:xfrm>
            <a:prstGeom prst="ellipse">
              <a:avLst/>
            </a:prstGeom>
            <a:noFill/>
            <a:ln w="12700" cap="flat" cmpd="sng" algn="ctr">
              <a:solidFill>
                <a:sysClr val="window" lastClr="FFFFFF"/>
              </a:solidFill>
              <a:prstDash val="solid"/>
            </a:ln>
            <a:effectLst/>
          </p:spPr>
          <p:txBody>
            <a:bodyPr/>
            <a:lstStyle/>
            <a:p>
              <a:endParaRPr lang="en-IN"/>
            </a:p>
          </p:txBody>
        </p:sp>
      </p:grp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157CC2-0FC8-4686-B024-99790E0F5162}" type="datetimeFigureOut">
              <a:rPr lang="en-US" dirty="0"/>
              <a:t>12/11/2025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533400"/>
            <a:ext cx="2552700" cy="56388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066800" y="533400"/>
            <a:ext cx="7505700" cy="56388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764DA5-CD3D-4590-A511-FCD3BC7A793E}" type="datetimeFigureOut">
              <a:rPr lang="en-US" dirty="0"/>
              <a:t>12/11/2025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2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3.pn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microsoft.com/office/2007/relationships/hdphoto" Target="../media/hdphoto1.wdp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69848" y="484632"/>
            <a:ext cx="10058400" cy="160934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69848" y="2121408"/>
            <a:ext cx="10058400" cy="405079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964424" y="6272784"/>
            <a:ext cx="327355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>
                <a:solidFill>
                  <a:schemeClr val="tx2"/>
                </a:solidFill>
              </a:defRPr>
            </a:lvl1pPr>
          </a:lstStyle>
          <a:p>
            <a:fld id="{8664C608-40B1-4030-A28D-5B74BC98ADCE}" type="datetimeFigureOut">
              <a:rPr lang="en-US" dirty="0"/>
              <a:t>12/11/2025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088136" y="6272784"/>
            <a:ext cx="632764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grpSp>
        <p:nvGrpSpPr>
          <p:cNvPr id="7" name="Group 6"/>
          <p:cNvGrpSpPr>
            <a:grpSpLocks noChangeAspect="1"/>
          </p:cNvGrpSpPr>
          <p:nvPr/>
        </p:nvGrpSpPr>
        <p:grpSpPr>
          <a:xfrm>
            <a:off x="11401725" y="6229681"/>
            <a:ext cx="457200" cy="457200"/>
            <a:chOff x="11361456" y="6195813"/>
            <a:chExt cx="548640" cy="548640"/>
          </a:xfrm>
        </p:grpSpPr>
        <p:sp>
          <p:nvSpPr>
            <p:cNvPr id="8" name="Oval 7"/>
            <p:cNvSpPr/>
            <p:nvPr/>
          </p:nvSpPr>
          <p:spPr>
            <a:xfrm>
              <a:off x="11361456" y="6195813"/>
              <a:ext cx="548640" cy="548640"/>
            </a:xfrm>
            <a:prstGeom prst="ellipse">
              <a:avLst/>
            </a:prstGeom>
            <a:blipFill dpi="0" rotWithShape="1">
              <a:blip r:embed="rId13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14">
                        <a14:imgEffect>
                          <a14:saturation sat="95000"/>
                        </a14:imgEffect>
                        <a14:imgEffect>
                          <a14:brightnessContrast bright="-40000" contrast="20000"/>
                        </a14:imgEffect>
                      </a14:imgLayer>
                    </a14:imgProps>
                  </a:ext>
                </a:extLst>
              </a:blip>
              <a:srcRect/>
              <a:tile tx="5080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  <p:txBody>
            <a:bodyPr/>
            <a:lstStyle/>
            <a:p>
              <a:endParaRPr lang="en-IN"/>
            </a:p>
          </p:txBody>
        </p:sp>
        <p:sp>
          <p:nvSpPr>
            <p:cNvPr id="9" name="Oval 8"/>
            <p:cNvSpPr/>
            <p:nvPr/>
          </p:nvSpPr>
          <p:spPr>
            <a:xfrm>
              <a:off x="11396488" y="6230844"/>
              <a:ext cx="478576" cy="478578"/>
            </a:xfrm>
            <a:prstGeom prst="ellipse">
              <a:avLst/>
            </a:prstGeom>
            <a:noFill/>
            <a:ln w="12700" cap="flat" cmpd="sng" algn="ctr">
              <a:solidFill>
                <a:srgbClr val="FFFFFF"/>
              </a:solidFill>
              <a:prstDash val="solid"/>
            </a:ln>
            <a:effectLst/>
          </p:spPr>
          <p:txBody>
            <a:bodyPr/>
            <a:lstStyle/>
            <a:p>
              <a:endParaRPr lang="en-IN"/>
            </a:p>
          </p:txBody>
        </p:sp>
      </p:grp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311128" y="6272784"/>
            <a:ext cx="64008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400" b="1">
                <a:solidFill>
                  <a:srgbClr val="FFFFFF"/>
                </a:solidFill>
                <a:latin typeface="+mj-lt"/>
              </a:defRPr>
            </a:lvl1pPr>
          </a:lstStyle>
          <a:p>
            <a:fld id="{4FAB73BC-B049-4115-A692-8D63A059BFB8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41" r:id="rId1"/>
    <p:sldLayoutId id="2147483842" r:id="rId2"/>
    <p:sldLayoutId id="2147483843" r:id="rId3"/>
    <p:sldLayoutId id="2147483844" r:id="rId4"/>
    <p:sldLayoutId id="2147483845" r:id="rId5"/>
    <p:sldLayoutId id="2147483846" r:id="rId6"/>
    <p:sldLayoutId id="2147483847" r:id="rId7"/>
    <p:sldLayoutId id="2147483848" r:id="rId8"/>
    <p:sldLayoutId id="2147483849" r:id="rId9"/>
    <p:sldLayoutId id="2147483850" r:id="rId10"/>
    <p:sldLayoutId id="2147483851" r:id="rId11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5400" kern="1200" cap="all" baseline="0">
          <a:blipFill>
            <a:blip r:embed="rId1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tile tx="6350" ty="-127000" sx="65000" sy="64000" flip="none" algn="tl"/>
          </a:blipFill>
          <a:latin typeface="+mj-lt"/>
          <a:ea typeface="+mj-ea"/>
          <a:cs typeface="+mj-cs"/>
        </a:defRPr>
      </a:lvl1pPr>
    </p:titleStyle>
    <p:bodyStyle>
      <a:lvl1pPr marL="182880" indent="-182880" algn="l" defTabSz="914400" rtl="0" eaLnBrk="1" latinLnBrk="0" hangingPunct="1">
        <a:lnSpc>
          <a:spcPct val="90000"/>
        </a:lnSpc>
        <a:spcBef>
          <a:spcPts val="1200"/>
        </a:spcBef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18288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731520" indent="-18288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005840" indent="-18288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1280160" indent="-18288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1600000" indent="-22860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1900000" indent="-22860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2200000" indent="-22860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2500000" indent="-22860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C7BB42-4750-5CA3-C50C-7A8FEF2E9254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algn="ctr"/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File handling</a:t>
            </a:r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30ACFA1-BD40-7AEE-3ABF-51F4F84C8B8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 flipV="1">
            <a:off x="13402558" y="4912778"/>
            <a:ext cx="45719" cy="74000"/>
          </a:xfrm>
        </p:spPr>
        <p:txBody>
          <a:bodyPr>
            <a:normAutofit fontScale="25000" lnSpcReduction="20000"/>
          </a:bodyPr>
          <a:lstStyle/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31207202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7FEA57-5A05-FCBE-3E4F-6DEF602FD1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OPEN FILE</a:t>
            </a:r>
            <a:endParaRPr lang="en-IN" b="1" cap="none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B4FA9775-B796-E2DC-C9A4-97BB7CF00AF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endParaRPr lang="en-IN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CD50E8B4-C820-40CE-BAC0-72990BDACA2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3752" y="2121408"/>
            <a:ext cx="10058400" cy="40507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5310967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3ACB1E-8F07-B461-FE35-7EC596D5BD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Write file</a:t>
            </a:r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2" name="Content Placeholder 11">
            <a:extLst>
              <a:ext uri="{FF2B5EF4-FFF2-40B4-BE49-F238E27FC236}">
                <a16:creationId xmlns:a16="http://schemas.microsoft.com/office/drawing/2014/main" id="{3AF7FBB7-48B4-1F7A-870F-1D2C5C0F8C0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310326" y="2093976"/>
            <a:ext cx="8866118" cy="38826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9120812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2BC1F8-58E5-E109-6A03-E1AD8395B6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READ FILE</a:t>
            </a:r>
            <a:endParaRPr lang="en-IN" b="1" cap="none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DC9D4729-FA1A-7A05-1CDD-7B395D6D1CE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206630" y="1838227"/>
            <a:ext cx="9832157" cy="45351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8857803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D6D523-C805-AF36-D0DA-7B6F32A1D3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9848" y="122548"/>
            <a:ext cx="10058400" cy="1310326"/>
          </a:xfrm>
        </p:spPr>
        <p:txBody>
          <a:bodyPr/>
          <a:lstStyle/>
          <a:p>
            <a:pPr algn="ctr"/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Append mode </a:t>
            </a:r>
            <a:endParaRPr lang="en-IN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46F05FEC-E986-C441-3270-A1CA4261529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716437" y="2309567"/>
            <a:ext cx="10642862" cy="4260914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BE890F72-426A-C254-7689-D0D0D716ADFD}"/>
              </a:ext>
            </a:extLst>
          </p:cNvPr>
          <p:cNvSpPr txBox="1"/>
          <p:nvPr/>
        </p:nvSpPr>
        <p:spPr>
          <a:xfrm>
            <a:off x="716437" y="1432874"/>
            <a:ext cx="1064286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Adds new content at the end</a:t>
            </a: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9963428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18E05D-1D31-2ABC-B871-A4B039C5CD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9848" y="273378"/>
            <a:ext cx="10058400" cy="1263192"/>
          </a:xfrm>
        </p:spPr>
        <p:txBody>
          <a:bodyPr/>
          <a:lstStyle/>
          <a:p>
            <a:pPr algn="ctr"/>
            <a:r>
              <a:rPr lang="en-US" b="1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split() function</a:t>
            </a:r>
            <a:endParaRPr lang="en-IN" b="1" cap="none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D17CB08C-C8D2-F1C0-55D5-79CA0FF4597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904973" y="2205872"/>
            <a:ext cx="10426046" cy="4449452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10B84D67-115E-2202-62AD-F7F61B143027}"/>
              </a:ext>
            </a:extLst>
          </p:cNvPr>
          <p:cNvSpPr txBox="1"/>
          <p:nvPr/>
        </p:nvSpPr>
        <p:spPr>
          <a:xfrm>
            <a:off x="904973" y="1338606"/>
            <a:ext cx="10426046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split() is a string method that breaks a string into parts based on a separator and returns a list</a:t>
            </a: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8268094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0718F7-8458-6059-1609-71A8051E91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b="1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Count words of each line</a:t>
            </a:r>
            <a:endParaRPr lang="en-IN" b="1" cap="none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53C5D115-3236-5CBE-EE96-FD7957AB51C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772998" y="1932495"/>
            <a:ext cx="10162095" cy="44408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2256910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55AA01-05E4-0DAD-EB6D-76EEB35328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9848" y="103695"/>
            <a:ext cx="10058400" cy="1376312"/>
          </a:xfrm>
        </p:spPr>
        <p:txBody>
          <a:bodyPr/>
          <a:lstStyle/>
          <a:p>
            <a:pPr algn="ctr"/>
            <a:r>
              <a:rPr lang="en-US" b="1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File Handling Modes</a:t>
            </a:r>
            <a:endParaRPr lang="en-IN" b="1" cap="none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9F2CF178-C275-D700-644B-9DE129474971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184328717"/>
              </p:ext>
            </p:extLst>
          </p:nvPr>
        </p:nvGraphicFramePr>
        <p:xfrm>
          <a:off x="1508289" y="1480007"/>
          <a:ext cx="8842342" cy="51206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06821">
                  <a:extLst>
                    <a:ext uri="{9D8B030D-6E8A-4147-A177-3AD203B41FA5}">
                      <a16:colId xmlns:a16="http://schemas.microsoft.com/office/drawing/2014/main" val="3761301305"/>
                    </a:ext>
                  </a:extLst>
                </a:gridCol>
                <a:gridCol w="6335521">
                  <a:extLst>
                    <a:ext uri="{9D8B030D-6E8A-4147-A177-3AD203B41FA5}">
                      <a16:colId xmlns:a16="http://schemas.microsoft.com/office/drawing/2014/main" val="284948754"/>
                    </a:ext>
                  </a:extLst>
                </a:gridCol>
              </a:tblGrid>
              <a:tr h="356199">
                <a:tc>
                  <a:txBody>
                    <a:bodyPr/>
                    <a:lstStyle/>
                    <a:p>
                      <a:pPr lvl="1" algn="ctr"/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Mode</a:t>
                      </a:r>
                      <a:endParaRPr lang="en-IN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Meaning</a:t>
                      </a:r>
                      <a:endParaRPr lang="en-IN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48821158"/>
                  </a:ext>
                </a:extLst>
              </a:tr>
              <a:tr h="356199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r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Read text file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38509325"/>
                  </a:ext>
                </a:extLst>
              </a:tr>
              <a:tr h="356199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w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Write text file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66731894"/>
                  </a:ext>
                </a:extLst>
              </a:tr>
              <a:tr h="356199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a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Adds new content at end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95605588"/>
                  </a:ext>
                </a:extLst>
              </a:tr>
              <a:tr h="356199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r+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Read + Write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54132624"/>
                  </a:ext>
                </a:extLst>
              </a:tr>
              <a:tr h="356199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w+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Write + Read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79383230"/>
                  </a:ext>
                </a:extLst>
              </a:tr>
              <a:tr h="356199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a+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Append + Read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92882841"/>
                  </a:ext>
                </a:extLst>
              </a:tr>
              <a:tr h="356199">
                <a:tc>
                  <a:txBody>
                    <a:bodyPr/>
                    <a:lstStyle/>
                    <a:p>
                      <a:pPr algn="ctr"/>
                      <a:r>
                        <a:rPr lang="en-US" dirty="0" err="1"/>
                        <a:t>rb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Read binary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76005493"/>
                  </a:ext>
                </a:extLst>
              </a:tr>
              <a:tr h="356199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wb  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Write binary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14909143"/>
                  </a:ext>
                </a:extLst>
              </a:tr>
              <a:tr h="356199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ab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Append binary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40779109"/>
                  </a:ext>
                </a:extLst>
              </a:tr>
              <a:tr h="356199">
                <a:tc>
                  <a:txBody>
                    <a:bodyPr/>
                    <a:lstStyle/>
                    <a:p>
                      <a:pPr algn="ctr"/>
                      <a:r>
                        <a:rPr lang="en-US" dirty="0" err="1"/>
                        <a:t>rb</a:t>
                      </a:r>
                      <a:r>
                        <a:rPr lang="en-US" dirty="0"/>
                        <a:t>+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Read + Write binary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64698795"/>
                  </a:ext>
                </a:extLst>
              </a:tr>
              <a:tr h="356199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wb+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Write + Read binary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88427751"/>
                  </a:ext>
                </a:extLst>
              </a:tr>
              <a:tr h="356199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ab+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Append + Read binary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91306484"/>
                  </a:ext>
                </a:extLst>
              </a:tr>
              <a:tr h="356199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x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Creates a new file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3199316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83384199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C4B687-03AA-9330-6122-799DBFEE15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9848" y="131975"/>
            <a:ext cx="10058400" cy="970961"/>
          </a:xfrm>
        </p:spPr>
        <p:txBody>
          <a:bodyPr/>
          <a:lstStyle/>
          <a:p>
            <a:pPr algn="ctr"/>
            <a:r>
              <a:rPr lang="en-US" b="1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Why use </a:t>
            </a:r>
            <a:r>
              <a:rPr lang="en-US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with</a:t>
            </a:r>
            <a:r>
              <a:rPr lang="en-US" b="1" cap="none" dirty="0">
                <a:latin typeface="Times New Roman" panose="02020603050405020304" pitchFamily="18" charset="0"/>
                <a:cs typeface="Times New Roman" panose="02020603050405020304" pitchFamily="18" charset="0"/>
              </a:rPr>
              <a:t>?</a:t>
            </a:r>
            <a:endParaRPr lang="en-IN" b="1" cap="none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FE5FD11E-7A09-8CA9-F75F-F14FB83617C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69848" y="1102937"/>
            <a:ext cx="10058400" cy="5623088"/>
          </a:xfrm>
        </p:spPr>
        <p:txBody>
          <a:bodyPr/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Without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with:</a:t>
            </a:r>
          </a:p>
          <a:p>
            <a:pPr marL="0" indent="0">
              <a:buNone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You must manually close the file.</a:t>
            </a:r>
          </a:p>
          <a:p>
            <a:pPr marL="0" indent="0">
              <a:buNone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If an error happens before </a:t>
            </a:r>
            <a:r>
              <a:rPr lang="en-US" sz="18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file.close</a:t>
            </a:r>
            <a:r>
              <a:rPr lang="en-US" sz="1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(), 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file stays open        </a:t>
            </a: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resource leak</a:t>
            </a:r>
            <a:endParaRPr lang="en-US" sz="1800" b="1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With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with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(Best Practice)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Wingdings" panose="05000000000000000000" pitchFamily="2" charset="2"/>
              <a:buChar char="Ø"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Automatically closes file no need to write </a:t>
            </a: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file.close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()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Cleaner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Safer in case of errors</a:t>
            </a:r>
          </a:p>
          <a:p>
            <a:pPr marL="0" indent="0">
              <a:buNone/>
            </a:pP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DCEC725F-6C99-0764-2E48-F23866F47E2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3753" y="1979633"/>
            <a:ext cx="7165848" cy="1211340"/>
          </a:xfrm>
          <a:prstGeom prst="rect">
            <a:avLst/>
          </a:prstGeom>
        </p:spPr>
      </p:pic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94E827FB-F2EF-7EFA-C36C-62C0B8B14EB7}"/>
              </a:ext>
            </a:extLst>
          </p:cNvPr>
          <p:cNvCxnSpPr/>
          <p:nvPr/>
        </p:nvCxnSpPr>
        <p:spPr>
          <a:xfrm>
            <a:off x="6410227" y="3405433"/>
            <a:ext cx="311085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15" name="Picture 14">
            <a:extLst>
              <a:ext uri="{FF2B5EF4-FFF2-40B4-BE49-F238E27FC236}">
                <a16:creationId xmlns:a16="http://schemas.microsoft.com/office/drawing/2014/main" id="{3ECCAC8D-92CE-7235-3D71-B3CCE6BAEE4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3752" y="4067669"/>
            <a:ext cx="6204314" cy="12113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49384984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Wood Type">
  <a:themeElements>
    <a:clrScheme name="Wood Type">
      <a:dk1>
        <a:sysClr val="windowText" lastClr="000000"/>
      </a:dk1>
      <a:lt1>
        <a:sysClr val="window" lastClr="FFFFFF"/>
      </a:lt1>
      <a:dk2>
        <a:srgbClr val="696464"/>
      </a:dk2>
      <a:lt2>
        <a:srgbClr val="E9E5DC"/>
      </a:lt2>
      <a:accent1>
        <a:srgbClr val="D34817"/>
      </a:accent1>
      <a:accent2>
        <a:srgbClr val="9B2D1F"/>
      </a:accent2>
      <a:accent3>
        <a:srgbClr val="A28E6A"/>
      </a:accent3>
      <a:accent4>
        <a:srgbClr val="956251"/>
      </a:accent4>
      <a:accent5>
        <a:srgbClr val="918485"/>
      </a:accent5>
      <a:accent6>
        <a:srgbClr val="855D5D"/>
      </a:accent6>
      <a:hlink>
        <a:srgbClr val="CC9900"/>
      </a:hlink>
      <a:folHlink>
        <a:srgbClr val="96A9A9"/>
      </a:folHlink>
    </a:clrScheme>
    <a:fontScheme name="Wood Type">
      <a:majorFont>
        <a:latin typeface="Rockwell Condensed" panose="02060603050405020104"/>
        <a:ea typeface=""/>
        <a:cs typeface=""/>
        <a:font script="Grek" typeface="Cambria"/>
        <a:font script="Cyrl" typeface="Cambria"/>
        <a:font script="Jpan" typeface="HG明朝B"/>
        <a:font script="Hang" typeface="바탕"/>
        <a:font script="Hans" typeface="方正姚体"/>
        <a:font script="Hant" typeface="微軟正黑體"/>
        <a:font script="Arab" typeface="Times New Roman"/>
        <a:font script="Hebr" typeface="David"/>
        <a:font script="Thai" typeface="Jasmine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Rockwell" panose="02060603020205020403"/>
        <a:ea typeface=""/>
        <a:cs typeface=""/>
        <a:font script="Grek" typeface="Cambria"/>
        <a:font script="Cyrl" typeface="Cambria"/>
        <a:font script="Jpan" typeface="HG明朝B"/>
        <a:font script="Hang" typeface="바탕"/>
        <a:font script="Hans" typeface="方正姚体"/>
        <a:font script="Hant" typeface="標楷體"/>
        <a:font script="Arab" typeface="Times New Roman"/>
        <a:font script="Hebr" typeface="David"/>
        <a:font script="Thai" typeface="Jasmine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Wood Type">
      <a:fillStyleLst>
        <a:solidFill>
          <a:schemeClr val="phClr"/>
        </a:solidFill>
        <a:blipFill rotWithShape="1">
          <a:blip xmlns:r="http://schemas.openxmlformats.org/officeDocument/2006/relationships" r:embed="rId1">
            <a:duotone>
              <a:schemeClr val="phClr">
                <a:tint val="70000"/>
                <a:shade val="63000"/>
              </a:schemeClr>
              <a:schemeClr val="phClr">
                <a:tint val="10000"/>
                <a:satMod val="150000"/>
              </a:schemeClr>
            </a:duotone>
          </a:blip>
          <a:tile tx="0" ty="0" sx="60000" sy="59000" flip="none" algn="tl"/>
        </a:blipFill>
        <a:blipFill rotWithShape="1">
          <a:blip xmlns:r="http://schemas.openxmlformats.org/officeDocument/2006/relationships" r:embed="rId1">
            <a:duotone>
              <a:schemeClr val="phClr">
                <a:shade val="36000"/>
                <a:satMod val="120000"/>
              </a:schemeClr>
              <a:schemeClr val="phClr">
                <a:tint val="40000"/>
              </a:schemeClr>
            </a:duotone>
          </a:blip>
          <a:tile tx="0" ty="0" sx="60000" sy="59000" flip="none" algn="tl"/>
        </a:blip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softEdge rad="12700"/>
          </a:effectLst>
        </a:effectStyle>
        <a:effectStyle>
          <a:effectLst>
            <a:outerShdw blurRad="50800" dist="19050" dir="5400000" algn="tl" rotWithShape="0">
              <a:srgbClr val="000000">
                <a:alpha val="60000"/>
              </a:srgbClr>
            </a:outerShdw>
            <a:softEdge rad="12700"/>
          </a:effectLst>
        </a:effectStyle>
      </a:effectStyleLst>
      <a:bgFillStyleLst>
        <a:solidFill>
          <a:schemeClr val="phClr"/>
        </a:solidFill>
        <a:solidFill>
          <a:schemeClr val="phClr">
            <a:shade val="97000"/>
            <a:satMod val="150000"/>
          </a:schemeClr>
        </a:solidFill>
        <a:blipFill rotWithShape="1">
          <a:blip xmlns:r="http://schemas.openxmlformats.org/officeDocument/2006/relationships" r:embed="rId1">
            <a:duotone>
              <a:schemeClr val="phClr">
                <a:tint val="75000"/>
                <a:shade val="58000"/>
                <a:satMod val="120000"/>
              </a:schemeClr>
              <a:schemeClr val="phClr">
                <a:tint val="50000"/>
                <a:shade val="96000"/>
              </a:schemeClr>
            </a:duotone>
          </a:blip>
          <a:tile tx="0" ty="0" sx="100000" sy="100000" flip="none" algn="tl"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Wood Type" id="{7ACABC62-BF99-48CF-A9DC-4DB89C7B13DC}" vid="{142A1326-48AB-42A9-8428-CB14AA30176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TM03090434[[fn=Wood Type]]</Template>
  <TotalTime>105</TotalTime>
  <Words>162</Words>
  <Application>Microsoft Office PowerPoint</Application>
  <PresentationFormat>Widescreen</PresentationFormat>
  <Paragraphs>52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5" baseType="lpstr">
      <vt:lpstr>Arial</vt:lpstr>
      <vt:lpstr>Rockwell</vt:lpstr>
      <vt:lpstr>Rockwell Condensed</vt:lpstr>
      <vt:lpstr>Times New Roman</vt:lpstr>
      <vt:lpstr>Wingdings</vt:lpstr>
      <vt:lpstr>Wood Type</vt:lpstr>
      <vt:lpstr>File handling</vt:lpstr>
      <vt:lpstr>OPEN FILE</vt:lpstr>
      <vt:lpstr>Write file</vt:lpstr>
      <vt:lpstr>READ FILE</vt:lpstr>
      <vt:lpstr>Append mode </vt:lpstr>
      <vt:lpstr>split() function</vt:lpstr>
      <vt:lpstr>Count words of each line</vt:lpstr>
      <vt:lpstr>File Handling Modes</vt:lpstr>
      <vt:lpstr>Why use with?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Pranali Valve</dc:creator>
  <cp:lastModifiedBy>Pranali Valve</cp:lastModifiedBy>
  <cp:revision>1</cp:revision>
  <dcterms:created xsi:type="dcterms:W3CDTF">2025-12-11T06:59:59Z</dcterms:created>
  <dcterms:modified xsi:type="dcterms:W3CDTF">2025-12-11T08:45:16Z</dcterms:modified>
</cp:coreProperties>
</file>